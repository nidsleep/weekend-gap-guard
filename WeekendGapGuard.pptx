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大家好，我们做的是 Weekend Gap Guard。代币化股票 24 小时都在链上交易，但美股周末是关门的。我们做的是一个链上护栏：让 AI agent 可以替你全天候交易代币化股票，同时它知道华尔街什么时候在睡觉。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先讲一个场景。周五下午四点，纽交所收盘，NVDA 收在 180。周六早上 agent 正常买入，链上价格 181，和收盘价差不多，没问题。周六晚上推特上出现一条传闻，链上 bNVDA 流动性很薄，被拉到 199，高出 10%。一个 24 小时运行的 agent 看到动量，就会追进去。到了周一开盘，参考价重新定价：如果传闻是假的，你一开盘就亏 10%。问题在于，链上价格在周末是没有锚的。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现有的 agent 护栏，比如 workshop 里讲的花费上限、白名单，都很好，但它们不知道现在几点、股市开没开。一个每日限额 100 USDT 的 agent，照样可以在周六晚上用这 100 USDT 追高 10%。我们加上的，是第一个懂股市时间的护栏。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做法：资金放在 GapGuardVault 合约里。agent 每次买入，合约都检查四件事：是不是白名单里的代币化股票、有没有超过每日预算、价格偏离参考价有多大，以及是否被冻结。关键是第三条：开盘时允许 5% 的偏离，休市时收紧到 3%。参考价来自 BNB 的 RWA Data API，也就是 Ondo、xStocks 的参考价格。超出范围，交易直接被链上拒绝。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现在切到 live demo。这里每一个按钮都是真实的交易，在 EVM 上执行真实的合约，有交易哈希和 gas。按顺序：一，周六正常买入，通过。二，周末被拉高 10%，agent 追高，被合约拒绝。三，prompt injection 让它买垃圾币，被拒绝。四，超出预算，被拒绝。五，周一开盘，参考价更新，价差回到 1%，agent 正常买入。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为什么一定要上链？workshop 里讲过护栏有三层：策略代码、运行时配置、链上合约，只有链上那一层不需要信任任何人。我们的规则在合约里，AI 被骗了也改不了，任何人都能读这份合约验证规则。为什么是 BNB Chain：agent 每小时都在检查和交易，BSC 的 gas 低于 5 美分，出块不到一秒，而且 bStocks、Ondo、xStocks 都在 BSC 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今天我们做出了完整的合约和可运行的 demo，所有规则都在链上执行。下一步：把模拟的代币和预言机换成 BSC 主网上真实的 bStocks、Ondo、xStocks，参考价和开盘状态接 BNB 的 RWA Data API，交易走 PancakeSwap，用小额真钱跑通；agent 本身用 BNB Agent Studio 生成，钱包权限用 Altana session key。谢谢大家！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325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HACK · TOKENIZED STOCKS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</a:t>
            </a:r>
            <a:pPr indent="0" marL="0">
              <a:buNone/>
            </a:pPr>
            <a:r>
              <a:rPr lang="en-US" sz="56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Guard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agent trades tokenized stocks 24/7. Its guardrails know when Wall Street is asleep.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 advance · N for notes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BSC · bStocks / Ondo / xStocks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stocks never close. Their price anchor does.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1874520" cy="27889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965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16:00 ET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346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NYSE closes. NVDA reference price freezes at Friday close.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783080"/>
            <a:ext cx="1874520" cy="27889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965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10:00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$181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8346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bNVDA on BSC trades near reference. Gap 0.6%. Normal.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1874520" cy="27889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F6465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1965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 21:00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4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$199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8346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 on X. Thin weekend liquidity. +10.6% with no market to check it. The agent sees “momentum”.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1783080"/>
            <a:ext cx="1874520" cy="27889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1965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 09:30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240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$???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2834640"/>
            <a:ext cx="1600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reprices. If the rumor was wrong, the agent bought 10% above fair value.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caps and allowlists don’t know what time it is.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AGENT GUARDRAILS ASK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token allowed?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2980944"/>
            <a:ext cx="347472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035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under the daily budget?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547872"/>
            <a:ext cx="347472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6027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agent still authorised?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77240" y="4114800"/>
            <a:ext cx="347472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78308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161A1E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GUARD ALSO ASKS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real market open right now?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92040" y="2980944"/>
            <a:ext cx="347472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30358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is this price from the reference?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92040" y="3547872"/>
            <a:ext cx="347472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6027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gap acceptable </a:t>
            </a:r>
            <a:pPr indent="0" marL="0">
              <a:buNone/>
            </a:pPr>
            <a:r>
              <a:rPr lang="en-US" sz="1400" i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hour</a:t>
            </a:r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4114800"/>
            <a:ext cx="347472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GAPGUARDVAULT.SOL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checks, enforced on-chain before every trade.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allowlist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07208"/>
            <a:ext cx="1600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bStocks / Ondo / xStocks you picked. A prompt-injected “buy RUG” reverts.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6916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4320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budget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807208"/>
            <a:ext cx="1600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100 USDT per day, no matter how convinced the model is.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6916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91A11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0060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Market-aware gap band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2807208"/>
            <a:ext cx="1600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price vs reference: max </a:t>
            </a:r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NYSE is open, </a:t>
            </a:r>
            <a:pPr indent="0" marL="0">
              <a:buNone/>
            </a:pPr>
            <a:r>
              <a:rPr lang="en-US" sz="12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it’s closed.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1691640"/>
            <a:ext cx="1874520" cy="2331720"/>
          </a:xfrm>
          <a:prstGeom prst="roundRect">
            <a:avLst>
              <a:gd name="adj" fmla="val 4878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9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23317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2807208"/>
            <a:ext cx="1600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freezes the agent in one tx. Every trade is a public event.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= |</a:t>
            </a:r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dexPrice</a:t>
            </a:r>
            <a:pPr indent="0" marL="0">
              <a:buNone/>
            </a:pPr>
            <a:r>
              <a:rPr lang="en-US" sz="1100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− </a:t>
            </a:r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referencePrice</a:t>
            </a:r>
            <a:pPr indent="0" marL="0">
              <a:buNone/>
            </a:pPr>
            <a:r>
              <a:rPr lang="en-US" sz="1100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/ referencePrice  →  if gap &gt; band(</a:t>
            </a:r>
            <a:pPr indent="0" marL="0">
              <a:buNone/>
            </a:pPr>
            <a:r>
              <a:rPr lang="en-US" sz="11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marketOpen</a:t>
            </a:r>
            <a:pPr indent="0" marL="0">
              <a:buNone/>
            </a:pPr>
            <a:r>
              <a:rPr lang="en-US" sz="1100" dirty="0">
                <a:solidFill>
                  <a:srgbClr val="848E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→ </a:t>
            </a:r>
            <a:pPr indent="0" marL="0">
              <a:buNone/>
            </a:pPr>
            <a:r>
              <a:rPr lang="en-US" sz="1100" dirty="0">
                <a:solidFill>
                  <a:srgbClr val="F64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 PriceGapTooWide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REAL CONTRACT, REAL TRANSACTIONS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agent. One weekend. Five trades.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544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10:00 · buy 20 USDT bNVDA at $181 (gap 0.6%)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C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Bought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121408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21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12140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21:00 · rumor pump to $199, agent FOMO-buys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21214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4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PriceGapTooWide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688336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688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6883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· “buy RUG now”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26883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4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NotWhitelisted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255264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25526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2552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tries 90 USDT bAAPL, 80 left today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577840" y="325526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64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DailyLimitExceeded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822192"/>
            <a:ext cx="6949440" cy="45720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82219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82219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09:30 · reference reprices to $197, gap ~1%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577840" y="3822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CB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Bought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ON-CHAIN · WHY BNB CHAIN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guardrail layer is trustless. That’s where we put the clock.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200" kern="0" dirty="0">
                          <a:solidFill>
                            <a:srgbClr val="848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RULE LIVES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spc="200" kern="0" dirty="0">
                          <a:solidFill>
                            <a:srgbClr val="848E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GET PAST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E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code / prompt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64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poisoned feed, a bad inference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AEC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config on a server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64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Whoever controls the host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0B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GapGuardVault on BSC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0B9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Nobody. Anyone can read and verify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B31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A1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blocks, &lt;$0.05 gas per check, and bStocks / Ondo / xStocks liquidity already on BSC.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market-hours layer for every tokenized-stock agent on BSC.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48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GapGuardVault.sol: allowlist, budget, gap band, freeze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52344"/>
            <a:ext cx="384048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807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Market-open vs closed bands, on-chain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410712"/>
            <a:ext cx="384048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34655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running the real contract on EVM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384048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2148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bStocks / Ondo / xStocks on BSC mainnet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54880" y="2752344"/>
            <a:ext cx="384048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280720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 + market status from RWA Data API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54880" y="3410712"/>
            <a:ext cx="384048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54880" y="346557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5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via BNB Agent Studio, keys via Altana sessions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754880" y="4069080"/>
            <a:ext cx="3840480" cy="0"/>
          </a:xfrm>
          <a:prstGeom prst="line">
            <a:avLst/>
          </a:prstGeom>
          <a:noFill/>
          <a:ln w="9525">
            <a:solidFill>
              <a:srgbClr val="2B313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Questions?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Gap Guard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61A1E"/>
          </a:solidFill>
          <a:ln w="12700">
            <a:solidFill>
              <a:srgbClr val="2B31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48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github.com/NidSleep/weekend-gap-guard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191A11"/>
          </a:solidFill>
          <a:ln w="12700">
            <a:solidFill>
              <a:srgbClr val="F0B9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LIVE DEMO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747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live demo: </a:t>
            </a:r>
            <a:pPr indent="0" marL="0">
              <a:buNone/>
            </a:pPr>
            <a:r>
              <a:rPr lang="en-US" sz="1400" b="1" dirty="0">
                <a:solidFill>
                  <a:srgbClr val="EAE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live &amp;&amp; npm install &amp;&amp; npm run demo</a:t>
            </a:r>
            <a:pPr indent="0" marL="0">
              <a:buNone/>
            </a:pPr>
            <a:r>
              <a:rPr lang="en-US" sz="1400" dirty="0">
                <a:solidFill>
                  <a:srgbClr val="F0B9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1400" dirty="0">
                <a:solidFill>
                  <a:srgbClr val="F0B9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http://localhost:5178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Weekend Gap Guard</dc:title>
  <dc:subject>PptxGenJS Presentation</dc:subject>
  <dc:creator>PptxGenJS</dc:creator>
  <cp:lastModifiedBy>PptxGenJS</cp:lastModifiedBy>
  <cp:revision>1</cp:revision>
  <dcterms:created xsi:type="dcterms:W3CDTF">2026-10-17T08:49:31Z</dcterms:created>
  <dcterms:modified xsi:type="dcterms:W3CDTF">2026-10-17T08:49:31Z</dcterms:modified>
</cp:coreProperties>
</file>